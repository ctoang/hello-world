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56" r:id="rId5"/>
    <p:sldId id="265" r:id="rId6"/>
    <p:sldId id="416" r:id="rId7"/>
    <p:sldId id="507" r:id="rId8"/>
    <p:sldId id="508" r:id="rId9"/>
    <p:sldId id="321" r:id="rId10"/>
    <p:sldId id="322" r:id="rId11"/>
    <p:sldId id="323" r:id="rId12"/>
    <p:sldId id="324" r:id="rId13"/>
    <p:sldId id="418" r:id="rId14"/>
    <p:sldId id="417" r:id="rId15"/>
    <p:sldId id="279" r:id="rId16"/>
    <p:sldId id="280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21EA58-7F70-46FC-8BEF-541CF03147F8}" v="2" dt="2026-09-30T20:25:38.7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1" autoAdjust="0"/>
    <p:restoredTop sz="94595" autoAdjust="0"/>
  </p:normalViewPr>
  <p:slideViewPr>
    <p:cSldViewPr snapToGrid="0">
      <p:cViewPr varScale="1">
        <p:scale>
          <a:sx n="81" d="100"/>
          <a:sy n="81" d="100"/>
        </p:scale>
        <p:origin x="7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ns, Kristine" userId="ac207c54-c910-4767-8b73-ea28c367bddb" providerId="ADAL" clId="{E032C2A7-77C3-45F7-AF0B-7254D7BC3E0A}"/>
    <pc:docChg chg="undo custSel addSld delSld modSld sldOrd">
      <pc:chgData name="Arens, Kristine" userId="ac207c54-c910-4767-8b73-ea28c367bddb" providerId="ADAL" clId="{E032C2A7-77C3-45F7-AF0B-7254D7BC3E0A}" dt="2026-09-30T20:50:59.552" v="627" actId="20577"/>
      <pc:docMkLst>
        <pc:docMk/>
      </pc:docMkLst>
      <pc:sldChg chg="modSp mod">
        <pc:chgData name="Arens, Kristine" userId="ac207c54-c910-4767-8b73-ea28c367bddb" providerId="ADAL" clId="{E032C2A7-77C3-45F7-AF0B-7254D7BC3E0A}" dt="2026-09-30T20:16:29.537" v="506" actId="20577"/>
        <pc:sldMkLst>
          <pc:docMk/>
          <pc:sldMk cId="3844926725" sldId="256"/>
        </pc:sldMkLst>
        <pc:spChg chg="mod">
          <ac:chgData name="Arens, Kristine" userId="ac207c54-c910-4767-8b73-ea28c367bddb" providerId="ADAL" clId="{E032C2A7-77C3-45F7-AF0B-7254D7BC3E0A}" dt="2026-09-30T20:16:11.837" v="463" actId="6549"/>
          <ac:spMkLst>
            <pc:docMk/>
            <pc:sldMk cId="3844926725" sldId="256"/>
            <ac:spMk id="4" creationId="{00000000-0000-0000-0000-000000000000}"/>
          </ac:spMkLst>
        </pc:spChg>
        <pc:spChg chg="mod">
          <ac:chgData name="Arens, Kristine" userId="ac207c54-c910-4767-8b73-ea28c367bddb" providerId="ADAL" clId="{E032C2A7-77C3-45F7-AF0B-7254D7BC3E0A}" dt="2026-09-30T20:16:21.719" v="494" actId="20577"/>
          <ac:spMkLst>
            <pc:docMk/>
            <pc:sldMk cId="3844926725" sldId="256"/>
            <ac:spMk id="5" creationId="{00000000-0000-0000-0000-000000000000}"/>
          </ac:spMkLst>
        </pc:spChg>
        <pc:spChg chg="mod">
          <ac:chgData name="Arens, Kristine" userId="ac207c54-c910-4767-8b73-ea28c367bddb" providerId="ADAL" clId="{E032C2A7-77C3-45F7-AF0B-7254D7BC3E0A}" dt="2026-09-30T20:16:29.537" v="506" actId="20577"/>
          <ac:spMkLst>
            <pc:docMk/>
            <pc:sldMk cId="3844926725" sldId="256"/>
            <ac:spMk id="6" creationId="{00000000-0000-0000-0000-000000000000}"/>
          </ac:spMkLst>
        </pc:spChg>
      </pc:sldChg>
      <pc:sldChg chg="modSp mod">
        <pc:chgData name="Arens, Kristine" userId="ac207c54-c910-4767-8b73-ea28c367bddb" providerId="ADAL" clId="{E032C2A7-77C3-45F7-AF0B-7254D7BC3E0A}" dt="2026-09-30T20:16:38.271" v="522" actId="5793"/>
        <pc:sldMkLst>
          <pc:docMk/>
          <pc:sldMk cId="4199738797" sldId="265"/>
        </pc:sldMkLst>
        <pc:spChg chg="mod">
          <ac:chgData name="Arens, Kristine" userId="ac207c54-c910-4767-8b73-ea28c367bddb" providerId="ADAL" clId="{E032C2A7-77C3-45F7-AF0B-7254D7BC3E0A}" dt="2026-09-30T20:16:38.271" v="522" actId="5793"/>
          <ac:spMkLst>
            <pc:docMk/>
            <pc:sldMk cId="4199738797" sldId="265"/>
            <ac:spMk id="3" creationId="{BB57C6F8-85C1-4044-8E8B-343B67CF28A5}"/>
          </ac:spMkLst>
        </pc:spChg>
      </pc:sldChg>
      <pc:sldChg chg="modSp mod">
        <pc:chgData name="Arens, Kristine" userId="ac207c54-c910-4767-8b73-ea28c367bddb" providerId="ADAL" clId="{E032C2A7-77C3-45F7-AF0B-7254D7BC3E0A}" dt="2026-09-30T20:50:59.552" v="627" actId="20577"/>
        <pc:sldMkLst>
          <pc:docMk/>
          <pc:sldMk cId="1407991112" sldId="279"/>
        </pc:sldMkLst>
        <pc:spChg chg="mod">
          <ac:chgData name="Arens, Kristine" userId="ac207c54-c910-4767-8b73-ea28c367bddb" providerId="ADAL" clId="{E032C2A7-77C3-45F7-AF0B-7254D7BC3E0A}" dt="2026-09-30T20:50:59.552" v="627" actId="20577"/>
          <ac:spMkLst>
            <pc:docMk/>
            <pc:sldMk cId="1407991112" sldId="279"/>
            <ac:spMk id="3" creationId="{00000000-0000-0000-0000-000000000000}"/>
          </ac:spMkLst>
        </pc:spChg>
      </pc:sldChg>
      <pc:sldChg chg="modSp mod">
        <pc:chgData name="Arens, Kristine" userId="ac207c54-c910-4767-8b73-ea28c367bddb" providerId="ADAL" clId="{E032C2A7-77C3-45F7-AF0B-7254D7BC3E0A}" dt="2026-09-30T20:25:38.738" v="595" actId="14826"/>
        <pc:sldMkLst>
          <pc:docMk/>
          <pc:sldMk cId="4125856127" sldId="280"/>
        </pc:sldMkLst>
        <pc:spChg chg="mod">
          <ac:chgData name="Arens, Kristine" userId="ac207c54-c910-4767-8b73-ea28c367bddb" providerId="ADAL" clId="{E032C2A7-77C3-45F7-AF0B-7254D7BC3E0A}" dt="2026-09-30T20:23:11.036" v="581" actId="20577"/>
          <ac:spMkLst>
            <pc:docMk/>
            <pc:sldMk cId="4125856127" sldId="280"/>
            <ac:spMk id="3" creationId="{00000000-0000-0000-0000-000000000000}"/>
          </ac:spMkLst>
        </pc:spChg>
        <pc:picChg chg="mod">
          <ac:chgData name="Arens, Kristine" userId="ac207c54-c910-4767-8b73-ea28c367bddb" providerId="ADAL" clId="{E032C2A7-77C3-45F7-AF0B-7254D7BC3E0A}" dt="2026-09-30T20:25:38.738" v="595" actId="14826"/>
          <ac:picMkLst>
            <pc:docMk/>
            <pc:sldMk cId="4125856127" sldId="280"/>
            <ac:picMk id="5" creationId="{00000000-0000-0000-0000-000000000000}"/>
          </ac:picMkLst>
        </pc:picChg>
      </pc:sldChg>
      <pc:sldChg chg="addSp delSp modSp mod modClrScheme chgLayout">
        <pc:chgData name="Arens, Kristine" userId="ac207c54-c910-4767-8b73-ea28c367bddb" providerId="ADAL" clId="{E032C2A7-77C3-45F7-AF0B-7254D7BC3E0A}" dt="2026-09-30T20:24:29.880" v="593" actId="20577"/>
        <pc:sldMkLst>
          <pc:docMk/>
          <pc:sldMk cId="3900375589" sldId="281"/>
        </pc:sldMkLst>
        <pc:spChg chg="mod ord">
          <ac:chgData name="Arens, Kristine" userId="ac207c54-c910-4767-8b73-ea28c367bddb" providerId="ADAL" clId="{E032C2A7-77C3-45F7-AF0B-7254D7BC3E0A}" dt="2026-09-30T20:24:18.929" v="589" actId="26606"/>
          <ac:spMkLst>
            <pc:docMk/>
            <pc:sldMk cId="3900375589" sldId="281"/>
            <ac:spMk id="2" creationId="{00000000-0000-0000-0000-000000000000}"/>
          </ac:spMkLst>
        </pc:spChg>
        <pc:spChg chg="mod">
          <ac:chgData name="Arens, Kristine" userId="ac207c54-c910-4767-8b73-ea28c367bddb" providerId="ADAL" clId="{E032C2A7-77C3-45F7-AF0B-7254D7BC3E0A}" dt="2026-09-30T20:24:29.880" v="593" actId="20577"/>
          <ac:spMkLst>
            <pc:docMk/>
            <pc:sldMk cId="3900375589" sldId="281"/>
            <ac:spMk id="5" creationId="{2E71D523-707C-5F04-C7E9-7ECED45BA31A}"/>
          </ac:spMkLst>
        </pc:spChg>
        <pc:picChg chg="add mod">
          <ac:chgData name="Arens, Kristine" userId="ac207c54-c910-4767-8b73-ea28c367bddb" providerId="ADAL" clId="{E032C2A7-77C3-45F7-AF0B-7254D7BC3E0A}" dt="2026-09-30T20:24:22.586" v="590" actId="14100"/>
          <ac:picMkLst>
            <pc:docMk/>
            <pc:sldMk cId="3900375589" sldId="281"/>
            <ac:picMk id="4" creationId="{940EAC53-9B85-B06C-D46D-017A98E782D4}"/>
          </ac:picMkLst>
        </pc:picChg>
        <pc:picChg chg="del">
          <ac:chgData name="Arens, Kristine" userId="ac207c54-c910-4767-8b73-ea28c367bddb" providerId="ADAL" clId="{E032C2A7-77C3-45F7-AF0B-7254D7BC3E0A}" dt="2026-09-30T20:24:11.016" v="585" actId="478"/>
          <ac:picMkLst>
            <pc:docMk/>
            <pc:sldMk cId="3900375589" sldId="281"/>
            <ac:picMk id="6" creationId="{947173AF-349C-E64C-3996-BCEB7A5BC26D}"/>
          </ac:picMkLst>
        </pc:picChg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3306949705" sldId="292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1214314500" sldId="293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3731995486" sldId="295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244401287" sldId="296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219979057" sldId="297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1581457439" sldId="298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1080627677" sldId="299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3360493662" sldId="300"/>
        </pc:sldMkLst>
      </pc:sldChg>
      <pc:sldChg chg="addSp delSp modSp mod ord">
        <pc:chgData name="Arens, Kristine" userId="ac207c54-c910-4767-8b73-ea28c367bddb" providerId="ADAL" clId="{E032C2A7-77C3-45F7-AF0B-7254D7BC3E0A}" dt="2026-09-30T20:21:45.358" v="565"/>
        <pc:sldMkLst>
          <pc:docMk/>
          <pc:sldMk cId="2731843499" sldId="324"/>
        </pc:sldMkLst>
        <pc:spChg chg="mod">
          <ac:chgData name="Arens, Kristine" userId="ac207c54-c910-4767-8b73-ea28c367bddb" providerId="ADAL" clId="{E032C2A7-77C3-45F7-AF0B-7254D7BC3E0A}" dt="2026-09-30T20:21:35.885" v="563" actId="27636"/>
          <ac:spMkLst>
            <pc:docMk/>
            <pc:sldMk cId="2731843499" sldId="324"/>
            <ac:spMk id="2" creationId="{00000000-0000-0000-0000-000000000000}"/>
          </ac:spMkLst>
        </pc:spChg>
        <pc:spChg chg="mod">
          <ac:chgData name="Arens, Kristine" userId="ac207c54-c910-4767-8b73-ea28c367bddb" providerId="ADAL" clId="{E032C2A7-77C3-45F7-AF0B-7254D7BC3E0A}" dt="2026-09-30T20:21:30.499" v="561" actId="1076"/>
          <ac:spMkLst>
            <pc:docMk/>
            <pc:sldMk cId="2731843499" sldId="324"/>
            <ac:spMk id="7" creationId="{00000000-0000-0000-0000-000000000000}"/>
          </ac:spMkLst>
        </pc:spChg>
        <pc:spChg chg="add del mod">
          <ac:chgData name="Arens, Kristine" userId="ac207c54-c910-4767-8b73-ea28c367bddb" providerId="ADAL" clId="{E032C2A7-77C3-45F7-AF0B-7254D7BC3E0A}" dt="2026-09-30T20:20:38.211" v="550" actId="478"/>
          <ac:spMkLst>
            <pc:docMk/>
            <pc:sldMk cId="2731843499" sldId="324"/>
            <ac:spMk id="8" creationId="{33D51EA9-69C1-214D-FC36-E605E1B1C31B}"/>
          </ac:spMkLst>
        </pc:spChg>
        <pc:picChg chg="add mod ord">
          <ac:chgData name="Arens, Kristine" userId="ac207c54-c910-4767-8b73-ea28c367bddb" providerId="ADAL" clId="{E032C2A7-77C3-45F7-AF0B-7254D7BC3E0A}" dt="2026-09-30T20:21:27.313" v="560" actId="1076"/>
          <ac:picMkLst>
            <pc:docMk/>
            <pc:sldMk cId="2731843499" sldId="324"/>
            <ac:picMk id="4" creationId="{85E28C43-0DA1-6467-5F56-F46F1A06A6CD}"/>
          </ac:picMkLst>
        </pc:picChg>
        <pc:picChg chg="del">
          <ac:chgData name="Arens, Kristine" userId="ac207c54-c910-4767-8b73-ea28c367bddb" providerId="ADAL" clId="{E032C2A7-77C3-45F7-AF0B-7254D7BC3E0A}" dt="2026-09-30T20:20:30.131" v="548" actId="478"/>
          <ac:picMkLst>
            <pc:docMk/>
            <pc:sldMk cId="2731843499" sldId="324"/>
            <ac:picMk id="9" creationId="{22558C9B-3234-D2DB-7802-862530588EDE}"/>
          </ac:picMkLst>
        </pc:picChg>
      </pc:sldChg>
      <pc:sldChg chg="addSp delSp modSp mod">
        <pc:chgData name="Arens, Kristine" userId="ac207c54-c910-4767-8b73-ea28c367bddb" providerId="ADAL" clId="{E032C2A7-77C3-45F7-AF0B-7254D7BC3E0A}" dt="2026-09-30T20:19:12.970" v="544" actId="6549"/>
        <pc:sldMkLst>
          <pc:docMk/>
          <pc:sldMk cId="3528735847" sldId="417"/>
        </pc:sldMkLst>
        <pc:spChg chg="mod">
          <ac:chgData name="Arens, Kristine" userId="ac207c54-c910-4767-8b73-ea28c367bddb" providerId="ADAL" clId="{E032C2A7-77C3-45F7-AF0B-7254D7BC3E0A}" dt="2026-09-30T20:19:12.970" v="544" actId="6549"/>
          <ac:spMkLst>
            <pc:docMk/>
            <pc:sldMk cId="3528735847" sldId="417"/>
            <ac:spMk id="10" creationId="{A6D76138-A7F8-EC9F-DD0C-9C3066333B46}"/>
          </ac:spMkLst>
        </pc:spChg>
        <pc:picChg chg="add del mod">
          <ac:chgData name="Arens, Kristine" userId="ac207c54-c910-4767-8b73-ea28c367bddb" providerId="ADAL" clId="{E032C2A7-77C3-45F7-AF0B-7254D7BC3E0A}" dt="2026-09-30T20:18:52.747" v="527" actId="478"/>
          <ac:picMkLst>
            <pc:docMk/>
            <pc:sldMk cId="3528735847" sldId="417"/>
            <ac:picMk id="4" creationId="{97E763D4-DC1B-FE9B-1F16-4FE69A959D91}"/>
          </ac:picMkLst>
        </pc:picChg>
        <pc:picChg chg="del">
          <ac:chgData name="Arens, Kristine" userId="ac207c54-c910-4767-8b73-ea28c367bddb" providerId="ADAL" clId="{E032C2A7-77C3-45F7-AF0B-7254D7BC3E0A}" dt="2026-09-30T20:18:23.412" v="524" actId="478"/>
          <ac:picMkLst>
            <pc:docMk/>
            <pc:sldMk cId="3528735847" sldId="417"/>
            <ac:picMk id="5" creationId="{26785FE2-ABA9-72DD-C3FB-0FDE6C5E6D2D}"/>
          </ac:picMkLst>
        </pc:picChg>
        <pc:picChg chg="add mod">
          <ac:chgData name="Arens, Kristine" userId="ac207c54-c910-4767-8b73-ea28c367bddb" providerId="ADAL" clId="{E032C2A7-77C3-45F7-AF0B-7254D7BC3E0A}" dt="2026-09-30T20:18:56.960" v="529" actId="1076"/>
          <ac:picMkLst>
            <pc:docMk/>
            <pc:sldMk cId="3528735847" sldId="417"/>
            <ac:picMk id="7" creationId="{76992579-991A-7EF9-2906-704B6632F50C}"/>
          </ac:picMkLst>
        </pc:picChg>
      </pc:sldChg>
      <pc:sldChg chg="ord">
        <pc:chgData name="Arens, Kristine" userId="ac207c54-c910-4767-8b73-ea28c367bddb" providerId="ADAL" clId="{E032C2A7-77C3-45F7-AF0B-7254D7BC3E0A}" dt="2026-09-30T20:19:34.517" v="546"/>
        <pc:sldMkLst>
          <pc:docMk/>
          <pc:sldMk cId="1125956336" sldId="418"/>
        </pc:sldMkLst>
      </pc:sldChg>
      <pc:sldChg chg="del">
        <pc:chgData name="Arens, Kristine" userId="ac207c54-c910-4767-8b73-ea28c367bddb" providerId="ADAL" clId="{E032C2A7-77C3-45F7-AF0B-7254D7BC3E0A}" dt="2026-09-30T20:23:14.024" v="582" actId="47"/>
        <pc:sldMkLst>
          <pc:docMk/>
          <pc:sldMk cId="3306594821" sldId="438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2115914184" sldId="493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377061526" sldId="494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3220637983" sldId="496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483762875" sldId="499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1409249016" sldId="500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1579094485" sldId="501"/>
        </pc:sldMkLst>
      </pc:sldChg>
      <pc:sldChg chg="del">
        <pc:chgData name="Arens, Kristine" userId="ac207c54-c910-4767-8b73-ea28c367bddb" providerId="ADAL" clId="{E032C2A7-77C3-45F7-AF0B-7254D7BC3E0A}" dt="2026-09-30T20:23:15.778" v="583" actId="47"/>
        <pc:sldMkLst>
          <pc:docMk/>
          <pc:sldMk cId="3306872117" sldId="505"/>
        </pc:sldMkLst>
      </pc:sldChg>
      <pc:sldChg chg="del">
        <pc:chgData name="Arens, Kristine" userId="ac207c54-c910-4767-8b73-ea28c367bddb" providerId="ADAL" clId="{E032C2A7-77C3-45F7-AF0B-7254D7BC3E0A}" dt="2026-09-30T20:23:16.748" v="584" actId="47"/>
        <pc:sldMkLst>
          <pc:docMk/>
          <pc:sldMk cId="3716469694" sldId="506"/>
        </pc:sldMkLst>
      </pc:sldChg>
      <pc:sldChg chg="del">
        <pc:chgData name="Arens, Kristine" userId="ac207c54-c910-4767-8b73-ea28c367bddb" providerId="ADAL" clId="{E032C2A7-77C3-45F7-AF0B-7254D7BC3E0A}" dt="2026-09-30T20:16:47.306" v="523" actId="47"/>
        <pc:sldMkLst>
          <pc:docMk/>
          <pc:sldMk cId="1743182257" sldId="51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C65879-CA37-40CA-A6B9-EB1E2EDA35DA}" type="doc">
      <dgm:prSet loTypeId="urn:microsoft.com/office/officeart/2008/layout/LinedList" loCatId="list" qsTypeId="urn:microsoft.com/office/officeart/2005/8/quickstyle/simple1#5" qsCatId="simple" csTypeId="urn:microsoft.com/office/officeart/2005/8/colors/accent1_2#2" csCatId="accent1" phldr="1"/>
      <dgm:spPr/>
      <dgm:t>
        <a:bodyPr/>
        <a:lstStyle/>
        <a:p>
          <a:endParaRPr lang="en-US"/>
        </a:p>
      </dgm:t>
    </dgm:pt>
    <dgm:pt modelId="{17FF5C29-274A-4DF6-982C-3D9F0A3566C9}">
      <dgm:prSet/>
      <dgm:spPr/>
      <dgm:t>
        <a:bodyPr/>
        <a:lstStyle/>
        <a:p>
          <a:r>
            <a:rPr lang="en-US" b="1" i="0" baseline="0" dirty="0"/>
            <a:t>Version Control:</a:t>
          </a:r>
          <a:r>
            <a:rPr lang="en-US" b="0" i="0" baseline="0" dirty="0"/>
            <a:t> A tool that tracks changes made to files, allows people to revert to previous versions  </a:t>
          </a:r>
          <a:endParaRPr lang="en-US" dirty="0"/>
        </a:p>
      </dgm:t>
    </dgm:pt>
    <dgm:pt modelId="{1C6BEFF6-DB4D-4A46-88B3-14B269F8C6A9}" type="parTrans" cxnId="{D4A543AE-AD10-4C55-8147-81A9A953F6CD}">
      <dgm:prSet/>
      <dgm:spPr/>
      <dgm:t>
        <a:bodyPr/>
        <a:lstStyle/>
        <a:p>
          <a:endParaRPr lang="en-US"/>
        </a:p>
      </dgm:t>
    </dgm:pt>
    <dgm:pt modelId="{F4258C97-A542-4C1A-BDB0-D2890962BF33}" type="sibTrans" cxnId="{D4A543AE-AD10-4C55-8147-81A9A953F6CD}">
      <dgm:prSet/>
      <dgm:spPr/>
      <dgm:t>
        <a:bodyPr/>
        <a:lstStyle/>
        <a:p>
          <a:endParaRPr lang="en-US"/>
        </a:p>
      </dgm:t>
    </dgm:pt>
    <dgm:pt modelId="{412D5718-8F5D-448E-B225-73B0EA171DC0}">
      <dgm:prSet/>
      <dgm:spPr/>
      <dgm:t>
        <a:bodyPr/>
        <a:lstStyle/>
        <a:p>
          <a:r>
            <a:rPr lang="en-US" b="1" i="0" baseline="0" dirty="0"/>
            <a:t>Cloud Hosting:</a:t>
          </a:r>
          <a:r>
            <a:rPr lang="en-US" b="0" i="0" baseline="0" dirty="0"/>
            <a:t> Access repositories from anywhere</a:t>
          </a:r>
          <a:endParaRPr lang="en-US" dirty="0"/>
        </a:p>
      </dgm:t>
    </dgm:pt>
    <dgm:pt modelId="{98F275DC-CF8A-418E-AFBE-F46FF5EE0B3A}" type="parTrans" cxnId="{DD438298-00DE-4E99-B22B-277C228314E9}">
      <dgm:prSet/>
      <dgm:spPr/>
      <dgm:t>
        <a:bodyPr/>
        <a:lstStyle/>
        <a:p>
          <a:endParaRPr lang="en-US"/>
        </a:p>
      </dgm:t>
    </dgm:pt>
    <dgm:pt modelId="{9682217A-0518-4A3C-8A51-D0950E4F4D4A}" type="sibTrans" cxnId="{DD438298-00DE-4E99-B22B-277C228314E9}">
      <dgm:prSet/>
      <dgm:spPr/>
      <dgm:t>
        <a:bodyPr/>
        <a:lstStyle/>
        <a:p>
          <a:endParaRPr lang="en-US"/>
        </a:p>
      </dgm:t>
    </dgm:pt>
    <dgm:pt modelId="{4F7B87D3-7E25-448F-8715-1150243C1CB2}">
      <dgm:prSet/>
      <dgm:spPr/>
      <dgm:t>
        <a:bodyPr/>
        <a:lstStyle/>
        <a:p>
          <a:r>
            <a:rPr lang="en-US" b="1" i="0" baseline="0" dirty="0"/>
            <a:t>Collaboration:</a:t>
          </a:r>
          <a:r>
            <a:rPr lang="en-US" b="0" i="0" baseline="0" dirty="0"/>
            <a:t> Easy for teams to work together</a:t>
          </a:r>
          <a:endParaRPr lang="en-US" dirty="0"/>
        </a:p>
      </dgm:t>
    </dgm:pt>
    <dgm:pt modelId="{125E89DA-43BB-49FB-8BE7-6FEFBC62FD42}" type="parTrans" cxnId="{9964799B-3262-4F4E-BD2A-D7824A032A5D}">
      <dgm:prSet/>
      <dgm:spPr/>
      <dgm:t>
        <a:bodyPr/>
        <a:lstStyle/>
        <a:p>
          <a:endParaRPr lang="en-US"/>
        </a:p>
      </dgm:t>
    </dgm:pt>
    <dgm:pt modelId="{8A04CDFC-5BD5-4852-9D03-D278E5C832A4}" type="sibTrans" cxnId="{9964799B-3262-4F4E-BD2A-D7824A032A5D}">
      <dgm:prSet/>
      <dgm:spPr/>
      <dgm:t>
        <a:bodyPr/>
        <a:lstStyle/>
        <a:p>
          <a:endParaRPr lang="en-US"/>
        </a:p>
      </dgm:t>
    </dgm:pt>
    <dgm:pt modelId="{62F8E8BF-CEC7-4ADA-810C-DE35EC42155C}">
      <dgm:prSet/>
      <dgm:spPr/>
      <dgm:t>
        <a:bodyPr/>
        <a:lstStyle/>
        <a:p>
          <a:r>
            <a:rPr lang="en-US" b="1" i="0" baseline="0" dirty="0"/>
            <a:t>Organization</a:t>
          </a:r>
          <a:r>
            <a:rPr lang="en-US" b="0" i="0" baseline="0" dirty="0"/>
            <a:t>: Projects are organized into repositories</a:t>
          </a:r>
          <a:endParaRPr lang="en-US" dirty="0"/>
        </a:p>
      </dgm:t>
    </dgm:pt>
    <dgm:pt modelId="{B729A61B-F1AE-41FE-BAB6-E7CA9827D808}" type="parTrans" cxnId="{00AF688F-CF98-4BA1-A5FE-F663D7E0DB2F}">
      <dgm:prSet/>
      <dgm:spPr/>
      <dgm:t>
        <a:bodyPr/>
        <a:lstStyle/>
        <a:p>
          <a:endParaRPr lang="en-US"/>
        </a:p>
      </dgm:t>
    </dgm:pt>
    <dgm:pt modelId="{790EE500-AD5A-48FA-82BF-FBBAC8C733CB}" type="sibTrans" cxnId="{00AF688F-CF98-4BA1-A5FE-F663D7E0DB2F}">
      <dgm:prSet/>
      <dgm:spPr/>
      <dgm:t>
        <a:bodyPr/>
        <a:lstStyle/>
        <a:p>
          <a:endParaRPr lang="en-US"/>
        </a:p>
      </dgm:t>
    </dgm:pt>
    <dgm:pt modelId="{FC35A5EF-6795-407B-AF2C-D31B5908FC78}" type="pres">
      <dgm:prSet presAssocID="{18C65879-CA37-40CA-A6B9-EB1E2EDA35DA}" presName="vert0" presStyleCnt="0">
        <dgm:presLayoutVars>
          <dgm:dir/>
          <dgm:animOne val="branch"/>
          <dgm:animLvl val="lvl"/>
        </dgm:presLayoutVars>
      </dgm:prSet>
      <dgm:spPr/>
    </dgm:pt>
    <dgm:pt modelId="{AC3949E1-A8F1-4CFD-999F-CE71C79EB122}" type="pres">
      <dgm:prSet presAssocID="{17FF5C29-274A-4DF6-982C-3D9F0A3566C9}" presName="thickLine" presStyleLbl="alignNode1" presStyleIdx="0" presStyleCnt="4"/>
      <dgm:spPr/>
    </dgm:pt>
    <dgm:pt modelId="{53EA4406-AFCE-4015-AC7A-B86C4E17B6DF}" type="pres">
      <dgm:prSet presAssocID="{17FF5C29-274A-4DF6-982C-3D9F0A3566C9}" presName="horz1" presStyleCnt="0"/>
      <dgm:spPr/>
    </dgm:pt>
    <dgm:pt modelId="{0EC3A2DE-A651-4A90-8646-407E3F1F339D}" type="pres">
      <dgm:prSet presAssocID="{17FF5C29-274A-4DF6-982C-3D9F0A3566C9}" presName="tx1" presStyleLbl="revTx" presStyleIdx="0" presStyleCnt="4"/>
      <dgm:spPr/>
    </dgm:pt>
    <dgm:pt modelId="{016F856B-75EA-49C7-BFA6-F701247093FB}" type="pres">
      <dgm:prSet presAssocID="{17FF5C29-274A-4DF6-982C-3D9F0A3566C9}" presName="vert1" presStyleCnt="0"/>
      <dgm:spPr/>
    </dgm:pt>
    <dgm:pt modelId="{B495D396-D9E5-4B29-814F-AD665B170E8C}" type="pres">
      <dgm:prSet presAssocID="{412D5718-8F5D-448E-B225-73B0EA171DC0}" presName="thickLine" presStyleLbl="alignNode1" presStyleIdx="1" presStyleCnt="4"/>
      <dgm:spPr/>
    </dgm:pt>
    <dgm:pt modelId="{C297EF1E-6884-467E-B7D9-5F9FFE1E1045}" type="pres">
      <dgm:prSet presAssocID="{412D5718-8F5D-448E-B225-73B0EA171DC0}" presName="horz1" presStyleCnt="0"/>
      <dgm:spPr/>
    </dgm:pt>
    <dgm:pt modelId="{4E48F6CB-0DB2-4101-BB2E-8688C84CB480}" type="pres">
      <dgm:prSet presAssocID="{412D5718-8F5D-448E-B225-73B0EA171DC0}" presName="tx1" presStyleLbl="revTx" presStyleIdx="1" presStyleCnt="4"/>
      <dgm:spPr/>
    </dgm:pt>
    <dgm:pt modelId="{B4A8400A-CE1A-4317-B5E0-B7AB266A863E}" type="pres">
      <dgm:prSet presAssocID="{412D5718-8F5D-448E-B225-73B0EA171DC0}" presName="vert1" presStyleCnt="0"/>
      <dgm:spPr/>
    </dgm:pt>
    <dgm:pt modelId="{F80F399F-C013-4367-B231-13FB5A9C07EB}" type="pres">
      <dgm:prSet presAssocID="{4F7B87D3-7E25-448F-8715-1150243C1CB2}" presName="thickLine" presStyleLbl="alignNode1" presStyleIdx="2" presStyleCnt="4"/>
      <dgm:spPr/>
    </dgm:pt>
    <dgm:pt modelId="{569D036A-581C-4149-A67E-385BA3CC82D9}" type="pres">
      <dgm:prSet presAssocID="{4F7B87D3-7E25-448F-8715-1150243C1CB2}" presName="horz1" presStyleCnt="0"/>
      <dgm:spPr/>
    </dgm:pt>
    <dgm:pt modelId="{E62B923A-E2D3-47D3-9C75-2A9ADD3703CC}" type="pres">
      <dgm:prSet presAssocID="{4F7B87D3-7E25-448F-8715-1150243C1CB2}" presName="tx1" presStyleLbl="revTx" presStyleIdx="2" presStyleCnt="4"/>
      <dgm:spPr/>
    </dgm:pt>
    <dgm:pt modelId="{FCC12306-CCB2-4538-8282-C1515333B0BA}" type="pres">
      <dgm:prSet presAssocID="{4F7B87D3-7E25-448F-8715-1150243C1CB2}" presName="vert1" presStyleCnt="0"/>
      <dgm:spPr/>
    </dgm:pt>
    <dgm:pt modelId="{03076A9D-998A-40EB-A189-DB88CC1B4AF9}" type="pres">
      <dgm:prSet presAssocID="{62F8E8BF-CEC7-4ADA-810C-DE35EC42155C}" presName="thickLine" presStyleLbl="alignNode1" presStyleIdx="3" presStyleCnt="4"/>
      <dgm:spPr/>
    </dgm:pt>
    <dgm:pt modelId="{73B1DC18-8CC3-4E0B-9275-0279B43DD39D}" type="pres">
      <dgm:prSet presAssocID="{62F8E8BF-CEC7-4ADA-810C-DE35EC42155C}" presName="horz1" presStyleCnt="0"/>
      <dgm:spPr/>
    </dgm:pt>
    <dgm:pt modelId="{535127AC-8350-4B23-8DA5-4EFF9A1C7D6A}" type="pres">
      <dgm:prSet presAssocID="{62F8E8BF-CEC7-4ADA-810C-DE35EC42155C}" presName="tx1" presStyleLbl="revTx" presStyleIdx="3" presStyleCnt="4"/>
      <dgm:spPr/>
    </dgm:pt>
    <dgm:pt modelId="{B73C4B1D-AF34-4416-8A89-40285C5E0A6E}" type="pres">
      <dgm:prSet presAssocID="{62F8E8BF-CEC7-4ADA-810C-DE35EC42155C}" presName="vert1" presStyleCnt="0"/>
      <dgm:spPr/>
    </dgm:pt>
  </dgm:ptLst>
  <dgm:cxnLst>
    <dgm:cxn modelId="{A252325B-61D3-4023-BD6E-2E7899F2C668}" type="presOf" srcId="{412D5718-8F5D-448E-B225-73B0EA171DC0}" destId="{4E48F6CB-0DB2-4101-BB2E-8688C84CB480}" srcOrd="0" destOrd="0" presId="urn:microsoft.com/office/officeart/2008/layout/LinedList"/>
    <dgm:cxn modelId="{A1065850-D6A0-4991-B736-A40CB00FCABC}" type="presOf" srcId="{4F7B87D3-7E25-448F-8715-1150243C1CB2}" destId="{E62B923A-E2D3-47D3-9C75-2A9ADD3703CC}" srcOrd="0" destOrd="0" presId="urn:microsoft.com/office/officeart/2008/layout/LinedList"/>
    <dgm:cxn modelId="{00AF688F-CF98-4BA1-A5FE-F663D7E0DB2F}" srcId="{18C65879-CA37-40CA-A6B9-EB1E2EDA35DA}" destId="{62F8E8BF-CEC7-4ADA-810C-DE35EC42155C}" srcOrd="3" destOrd="0" parTransId="{B729A61B-F1AE-41FE-BAB6-E7CA9827D808}" sibTransId="{790EE500-AD5A-48FA-82BF-FBBAC8C733CB}"/>
    <dgm:cxn modelId="{DD438298-00DE-4E99-B22B-277C228314E9}" srcId="{18C65879-CA37-40CA-A6B9-EB1E2EDA35DA}" destId="{412D5718-8F5D-448E-B225-73B0EA171DC0}" srcOrd="1" destOrd="0" parTransId="{98F275DC-CF8A-418E-AFBE-F46FF5EE0B3A}" sibTransId="{9682217A-0518-4A3C-8A51-D0950E4F4D4A}"/>
    <dgm:cxn modelId="{9964799B-3262-4F4E-BD2A-D7824A032A5D}" srcId="{18C65879-CA37-40CA-A6B9-EB1E2EDA35DA}" destId="{4F7B87D3-7E25-448F-8715-1150243C1CB2}" srcOrd="2" destOrd="0" parTransId="{125E89DA-43BB-49FB-8BE7-6FEFBC62FD42}" sibTransId="{8A04CDFC-5BD5-4852-9D03-D278E5C832A4}"/>
    <dgm:cxn modelId="{D4A543AE-AD10-4C55-8147-81A9A953F6CD}" srcId="{18C65879-CA37-40CA-A6B9-EB1E2EDA35DA}" destId="{17FF5C29-274A-4DF6-982C-3D9F0A3566C9}" srcOrd="0" destOrd="0" parTransId="{1C6BEFF6-DB4D-4A46-88B3-14B269F8C6A9}" sibTransId="{F4258C97-A542-4C1A-BDB0-D2890962BF33}"/>
    <dgm:cxn modelId="{B1D921C9-5D4B-4C5E-BB52-22C9A38107D2}" type="presOf" srcId="{18C65879-CA37-40CA-A6B9-EB1E2EDA35DA}" destId="{FC35A5EF-6795-407B-AF2C-D31B5908FC78}" srcOrd="0" destOrd="0" presId="urn:microsoft.com/office/officeart/2008/layout/LinedList"/>
    <dgm:cxn modelId="{66842FE5-21BE-410C-A7E0-103D2B2BF752}" type="presOf" srcId="{62F8E8BF-CEC7-4ADA-810C-DE35EC42155C}" destId="{535127AC-8350-4B23-8DA5-4EFF9A1C7D6A}" srcOrd="0" destOrd="0" presId="urn:microsoft.com/office/officeart/2008/layout/LinedList"/>
    <dgm:cxn modelId="{CAAAE5F8-045F-4C11-AD25-657258A34932}" type="presOf" srcId="{17FF5C29-274A-4DF6-982C-3D9F0A3566C9}" destId="{0EC3A2DE-A651-4A90-8646-407E3F1F339D}" srcOrd="0" destOrd="0" presId="urn:microsoft.com/office/officeart/2008/layout/LinedList"/>
    <dgm:cxn modelId="{2E087116-BFB8-4995-BE96-9C26D8395480}" type="presParOf" srcId="{FC35A5EF-6795-407B-AF2C-D31B5908FC78}" destId="{AC3949E1-A8F1-4CFD-999F-CE71C79EB122}" srcOrd="0" destOrd="0" presId="urn:microsoft.com/office/officeart/2008/layout/LinedList"/>
    <dgm:cxn modelId="{8094BA36-E784-43E7-BA22-B9FCD1388E37}" type="presParOf" srcId="{FC35A5EF-6795-407B-AF2C-D31B5908FC78}" destId="{53EA4406-AFCE-4015-AC7A-B86C4E17B6DF}" srcOrd="1" destOrd="0" presId="urn:microsoft.com/office/officeart/2008/layout/LinedList"/>
    <dgm:cxn modelId="{95E078BA-C075-4BB5-BDC6-BD3AAB2F4B73}" type="presParOf" srcId="{53EA4406-AFCE-4015-AC7A-B86C4E17B6DF}" destId="{0EC3A2DE-A651-4A90-8646-407E3F1F339D}" srcOrd="0" destOrd="0" presId="urn:microsoft.com/office/officeart/2008/layout/LinedList"/>
    <dgm:cxn modelId="{727BE026-3260-4815-B01C-C3077C6FCB76}" type="presParOf" srcId="{53EA4406-AFCE-4015-AC7A-B86C4E17B6DF}" destId="{016F856B-75EA-49C7-BFA6-F701247093FB}" srcOrd="1" destOrd="0" presId="urn:microsoft.com/office/officeart/2008/layout/LinedList"/>
    <dgm:cxn modelId="{86AE199E-BF18-4CFA-BA24-355D1EB14A44}" type="presParOf" srcId="{FC35A5EF-6795-407B-AF2C-D31B5908FC78}" destId="{B495D396-D9E5-4B29-814F-AD665B170E8C}" srcOrd="2" destOrd="0" presId="urn:microsoft.com/office/officeart/2008/layout/LinedList"/>
    <dgm:cxn modelId="{77CF789E-BC86-48CB-9B85-5EB5B6712E22}" type="presParOf" srcId="{FC35A5EF-6795-407B-AF2C-D31B5908FC78}" destId="{C297EF1E-6884-467E-B7D9-5F9FFE1E1045}" srcOrd="3" destOrd="0" presId="urn:microsoft.com/office/officeart/2008/layout/LinedList"/>
    <dgm:cxn modelId="{9862E70D-81FE-4C48-9D6A-5BE831A32CEA}" type="presParOf" srcId="{C297EF1E-6884-467E-B7D9-5F9FFE1E1045}" destId="{4E48F6CB-0DB2-4101-BB2E-8688C84CB480}" srcOrd="0" destOrd="0" presId="urn:microsoft.com/office/officeart/2008/layout/LinedList"/>
    <dgm:cxn modelId="{6AA85F6E-0694-4444-BC49-55D11685CEEE}" type="presParOf" srcId="{C297EF1E-6884-467E-B7D9-5F9FFE1E1045}" destId="{B4A8400A-CE1A-4317-B5E0-B7AB266A863E}" srcOrd="1" destOrd="0" presId="urn:microsoft.com/office/officeart/2008/layout/LinedList"/>
    <dgm:cxn modelId="{17449623-BFA5-41A5-BCAE-7AE8A042D363}" type="presParOf" srcId="{FC35A5EF-6795-407B-AF2C-D31B5908FC78}" destId="{F80F399F-C013-4367-B231-13FB5A9C07EB}" srcOrd="4" destOrd="0" presId="urn:microsoft.com/office/officeart/2008/layout/LinedList"/>
    <dgm:cxn modelId="{C08F80A4-B37C-4EE5-A465-2F9BEEFAEF2E}" type="presParOf" srcId="{FC35A5EF-6795-407B-AF2C-D31B5908FC78}" destId="{569D036A-581C-4149-A67E-385BA3CC82D9}" srcOrd="5" destOrd="0" presId="urn:microsoft.com/office/officeart/2008/layout/LinedList"/>
    <dgm:cxn modelId="{7F793ADF-3653-4BF5-97D5-0D5D0F21904C}" type="presParOf" srcId="{569D036A-581C-4149-A67E-385BA3CC82D9}" destId="{E62B923A-E2D3-47D3-9C75-2A9ADD3703CC}" srcOrd="0" destOrd="0" presId="urn:microsoft.com/office/officeart/2008/layout/LinedList"/>
    <dgm:cxn modelId="{2442C0D4-9C7B-4AFC-AF10-6E3B1E39FAA8}" type="presParOf" srcId="{569D036A-581C-4149-A67E-385BA3CC82D9}" destId="{FCC12306-CCB2-4538-8282-C1515333B0BA}" srcOrd="1" destOrd="0" presId="urn:microsoft.com/office/officeart/2008/layout/LinedList"/>
    <dgm:cxn modelId="{6FDEFAB1-7CE5-4673-A913-5BB8ABF65A53}" type="presParOf" srcId="{FC35A5EF-6795-407B-AF2C-D31B5908FC78}" destId="{03076A9D-998A-40EB-A189-DB88CC1B4AF9}" srcOrd="6" destOrd="0" presId="urn:microsoft.com/office/officeart/2008/layout/LinedList"/>
    <dgm:cxn modelId="{F9427E08-2DBE-4825-9389-D9EEEF98390F}" type="presParOf" srcId="{FC35A5EF-6795-407B-AF2C-D31B5908FC78}" destId="{73B1DC18-8CC3-4E0B-9275-0279B43DD39D}" srcOrd="7" destOrd="0" presId="urn:microsoft.com/office/officeart/2008/layout/LinedList"/>
    <dgm:cxn modelId="{520277A5-C3E7-423F-A653-8878F6A0AB03}" type="presParOf" srcId="{73B1DC18-8CC3-4E0B-9275-0279B43DD39D}" destId="{535127AC-8350-4B23-8DA5-4EFF9A1C7D6A}" srcOrd="0" destOrd="0" presId="urn:microsoft.com/office/officeart/2008/layout/LinedList"/>
    <dgm:cxn modelId="{85C143AB-C87C-42B6-9547-19992B3675A1}" type="presParOf" srcId="{73B1DC18-8CC3-4E0B-9275-0279B43DD39D}" destId="{B73C4B1D-AF34-4416-8A89-40285C5E0A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3949E1-A8F1-4CFD-999F-CE71C79EB122}">
      <dsp:nvSpPr>
        <dsp:cNvPr id="0" name=""/>
        <dsp:cNvSpPr/>
      </dsp:nvSpPr>
      <dsp:spPr>
        <a:xfrm>
          <a:off x="0" y="0"/>
          <a:ext cx="94088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C3A2DE-A651-4A90-8646-407E3F1F339D}">
      <dsp:nvSpPr>
        <dsp:cNvPr id="0" name=""/>
        <dsp:cNvSpPr/>
      </dsp:nvSpPr>
      <dsp:spPr>
        <a:xfrm>
          <a:off x="0" y="0"/>
          <a:ext cx="9408886" cy="10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 dirty="0"/>
            <a:t>Version Control:</a:t>
          </a:r>
          <a:r>
            <a:rPr lang="en-US" sz="2900" b="0" i="0" kern="1200" baseline="0" dirty="0"/>
            <a:t> A tool that tracks changes made to files, allows people to revert to previous versions  </a:t>
          </a:r>
          <a:endParaRPr lang="en-US" sz="2900" kern="1200" dirty="0"/>
        </a:p>
      </dsp:txBody>
      <dsp:txXfrm>
        <a:off x="0" y="0"/>
        <a:ext cx="9408886" cy="1002706"/>
      </dsp:txXfrm>
    </dsp:sp>
    <dsp:sp modelId="{B495D396-D9E5-4B29-814F-AD665B170E8C}">
      <dsp:nvSpPr>
        <dsp:cNvPr id="0" name=""/>
        <dsp:cNvSpPr/>
      </dsp:nvSpPr>
      <dsp:spPr>
        <a:xfrm>
          <a:off x="0" y="1002706"/>
          <a:ext cx="94088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8F6CB-0DB2-4101-BB2E-8688C84CB480}">
      <dsp:nvSpPr>
        <dsp:cNvPr id="0" name=""/>
        <dsp:cNvSpPr/>
      </dsp:nvSpPr>
      <dsp:spPr>
        <a:xfrm>
          <a:off x="0" y="1002706"/>
          <a:ext cx="9408886" cy="10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 dirty="0"/>
            <a:t>Cloud Hosting:</a:t>
          </a:r>
          <a:r>
            <a:rPr lang="en-US" sz="2900" b="0" i="0" kern="1200" baseline="0" dirty="0"/>
            <a:t> Access repositories from anywhere</a:t>
          </a:r>
          <a:endParaRPr lang="en-US" sz="2900" kern="1200" dirty="0"/>
        </a:p>
      </dsp:txBody>
      <dsp:txXfrm>
        <a:off x="0" y="1002706"/>
        <a:ext cx="9408886" cy="1002706"/>
      </dsp:txXfrm>
    </dsp:sp>
    <dsp:sp modelId="{F80F399F-C013-4367-B231-13FB5A9C07EB}">
      <dsp:nvSpPr>
        <dsp:cNvPr id="0" name=""/>
        <dsp:cNvSpPr/>
      </dsp:nvSpPr>
      <dsp:spPr>
        <a:xfrm>
          <a:off x="0" y="2005412"/>
          <a:ext cx="94088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2B923A-E2D3-47D3-9C75-2A9ADD3703CC}">
      <dsp:nvSpPr>
        <dsp:cNvPr id="0" name=""/>
        <dsp:cNvSpPr/>
      </dsp:nvSpPr>
      <dsp:spPr>
        <a:xfrm>
          <a:off x="0" y="2005412"/>
          <a:ext cx="9408886" cy="10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 dirty="0"/>
            <a:t>Collaboration:</a:t>
          </a:r>
          <a:r>
            <a:rPr lang="en-US" sz="2900" b="0" i="0" kern="1200" baseline="0" dirty="0"/>
            <a:t> Easy for teams to work together</a:t>
          </a:r>
          <a:endParaRPr lang="en-US" sz="2900" kern="1200" dirty="0"/>
        </a:p>
      </dsp:txBody>
      <dsp:txXfrm>
        <a:off x="0" y="2005412"/>
        <a:ext cx="9408886" cy="1002706"/>
      </dsp:txXfrm>
    </dsp:sp>
    <dsp:sp modelId="{03076A9D-998A-40EB-A189-DB88CC1B4AF9}">
      <dsp:nvSpPr>
        <dsp:cNvPr id="0" name=""/>
        <dsp:cNvSpPr/>
      </dsp:nvSpPr>
      <dsp:spPr>
        <a:xfrm>
          <a:off x="0" y="3008118"/>
          <a:ext cx="940888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127AC-8350-4B23-8DA5-4EFF9A1C7D6A}">
      <dsp:nvSpPr>
        <dsp:cNvPr id="0" name=""/>
        <dsp:cNvSpPr/>
      </dsp:nvSpPr>
      <dsp:spPr>
        <a:xfrm>
          <a:off x="0" y="3008118"/>
          <a:ext cx="9408886" cy="1002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i="0" kern="1200" baseline="0" dirty="0"/>
            <a:t>Organization</a:t>
          </a:r>
          <a:r>
            <a:rPr lang="en-US" sz="2900" b="0" i="0" kern="1200" baseline="0" dirty="0"/>
            <a:t>: Projects are organized into repositories</a:t>
          </a:r>
          <a:endParaRPr lang="en-US" sz="2900" kern="1200" dirty="0"/>
        </a:p>
      </dsp:txBody>
      <dsp:txXfrm>
        <a:off x="0" y="3008118"/>
        <a:ext cx="9408886" cy="10027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3C74F-84FA-40FE-AA88-DF996BE2DF3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98FDF-C748-437B-A135-3C1F22F0C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09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2677626"/>
            <a:ext cx="9144000" cy="1843238"/>
          </a:xfrm>
        </p:spPr>
        <p:txBody>
          <a:bodyPr anchor="t" anchorCtr="0">
            <a:normAutofit/>
          </a:bodyPr>
          <a:lstStyle>
            <a:lvl1pPr algn="l">
              <a:defRPr sz="4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Goes Right Here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4574783"/>
            <a:ext cx="9144000" cy="40746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PRESENTATION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BBC7A98-1B1E-8545-AABD-0F79723A2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4952307"/>
            <a:ext cx="9144000" cy="46310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Month XX, 2020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810B86-CAB7-EA43-BC2F-6E66762DC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0556" y="1774218"/>
            <a:ext cx="868417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/>
        </p:nvCxnSpPr>
        <p:spPr>
          <a:xfrm>
            <a:off x="974127" y="2339665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3BE6AB2-3490-2748-9E67-B0D1C9E9F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312" y="0"/>
            <a:ext cx="2693773" cy="96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37907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– Solid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2677626"/>
            <a:ext cx="9144000" cy="992326"/>
          </a:xfrm>
        </p:spPr>
        <p:txBody>
          <a:bodyPr anchor="t" anchorCtr="0">
            <a:normAutofit/>
          </a:bodyPr>
          <a:lstStyle>
            <a:lvl1pPr algn="l">
              <a:defRPr sz="4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3557929"/>
            <a:ext cx="9144000" cy="40746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SUBTITLE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/>
        </p:nvCxnSpPr>
        <p:spPr>
          <a:xfrm>
            <a:off x="974127" y="2450876"/>
            <a:ext cx="768531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03573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– Solid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E84-700B-054E-8730-2262E5327E6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2677626"/>
            <a:ext cx="9144000" cy="992326"/>
          </a:xfrm>
        </p:spPr>
        <p:txBody>
          <a:bodyPr anchor="t" anchorCtr="0">
            <a:normAutofit/>
          </a:bodyPr>
          <a:lstStyle>
            <a:lvl1pPr algn="l">
              <a:defRPr sz="4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055E247-542B-D541-8F36-DBA97343BC9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3627502"/>
            <a:ext cx="9144000" cy="40746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SUBTITLE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E1A789-3A04-9240-BCEC-3DACF2B52870}"/>
              </a:ext>
            </a:extLst>
          </p:cNvPr>
          <p:cNvCxnSpPr>
            <a:cxnSpLocks/>
          </p:cNvCxnSpPr>
          <p:nvPr/>
        </p:nvCxnSpPr>
        <p:spPr>
          <a:xfrm>
            <a:off x="974127" y="2450876"/>
            <a:ext cx="768531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1517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 – Photo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5FFEA7CF-83E7-764C-ABBA-82BBDBDAEC0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5B506F-BBA1-9842-893B-0EB9BFBD1D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2633" y="2393895"/>
            <a:ext cx="3624710" cy="553998"/>
          </a:xfrm>
          <a:solidFill>
            <a:schemeClr val="accent1"/>
          </a:solidFill>
        </p:spPr>
        <p:txBody>
          <a:bodyPr vert="horz" wrap="none" lIns="91440" anchor="ctr" anchorCtr="0">
            <a:spAutoFit/>
          </a:bodyPr>
          <a:lstStyle>
            <a:lvl1pPr marL="0" indent="0">
              <a:buNone/>
              <a:defRPr sz="30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79809807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6EBBA0-2B0E-FB4D-B3E3-D6D8CFD2D304}"/>
              </a:ext>
            </a:extLst>
          </p:cNvPr>
          <p:cNvSpPr/>
          <p:nvPr/>
        </p:nvSpPr>
        <p:spPr>
          <a:xfrm>
            <a:off x="0" y="6389513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689"/>
            <a:ext cx="10515600" cy="4388698"/>
          </a:xfrm>
        </p:spPr>
        <p:txBody>
          <a:bodyPr/>
          <a:lstStyle>
            <a:lvl1pPr marL="171450" indent="-171450">
              <a:buSzPct val="95000"/>
              <a:buFontTx/>
              <a:buBlip>
                <a:blip r:embed="rId2"/>
              </a:buBlip>
              <a:defRPr/>
            </a:lvl1pPr>
            <a:lvl2pPr marL="5143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  <a:lvl3pPr marL="8572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3pPr>
            <a:lvl4pPr marL="12001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4pPr>
            <a:lvl5pPr marL="15430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BDC48E3-2023-0242-985D-69E25BFFF8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5965" y="6441194"/>
            <a:ext cx="8368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/>
        </p:nvCxnSpPr>
        <p:spPr>
          <a:xfrm>
            <a:off x="838201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111DF5C-863B-494F-85BE-A436C8203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6228592"/>
            <a:ext cx="1782868" cy="6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24798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 Slide - 2 Lin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6EBBA0-2B0E-FB4D-B3E3-D6D8CFD2D304}"/>
              </a:ext>
            </a:extLst>
          </p:cNvPr>
          <p:cNvSpPr/>
          <p:nvPr/>
        </p:nvSpPr>
        <p:spPr>
          <a:xfrm>
            <a:off x="0" y="6389513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059" y="365127"/>
            <a:ext cx="10515600" cy="1331865"/>
          </a:xfrm>
        </p:spPr>
        <p:txBody>
          <a:bodyPr/>
          <a:lstStyle/>
          <a:p>
            <a:r>
              <a:rPr lang="en-US" dirty="0"/>
              <a:t>Click to edit Master title style </a:t>
            </a:r>
            <a:br>
              <a:rPr lang="en-US" dirty="0"/>
            </a:br>
            <a:r>
              <a:rPr lang="en-US" dirty="0"/>
              <a:t>that runs to two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7101"/>
            <a:ext cx="10515600" cy="4018000"/>
          </a:xfrm>
        </p:spPr>
        <p:txBody>
          <a:bodyPr/>
          <a:lstStyle>
            <a:lvl1pPr marL="171450" indent="-171450">
              <a:buSzPct val="95000"/>
              <a:buFontTx/>
              <a:buBlip>
                <a:blip r:embed="rId2"/>
              </a:buBlip>
              <a:defRPr/>
            </a:lvl1pPr>
            <a:lvl2pPr marL="5143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2pPr>
            <a:lvl3pPr marL="8572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3pPr>
            <a:lvl4pPr marL="12001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4pPr>
            <a:lvl5pPr marL="1543050" indent="-171450"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/>
        </p:nvCxnSpPr>
        <p:spPr>
          <a:xfrm>
            <a:off x="838201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009528C-DB51-A24D-915E-2E04DFCB9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5965" y="6441194"/>
            <a:ext cx="8368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49DAA7-4BE1-B748-9C7B-DA63BD0EB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6228592"/>
            <a:ext cx="1782868" cy="6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7922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8E5D18-D14C-2E49-8475-3B6767E2DE9A}"/>
              </a:ext>
            </a:extLst>
          </p:cNvPr>
          <p:cNvSpPr/>
          <p:nvPr/>
        </p:nvSpPr>
        <p:spPr>
          <a:xfrm>
            <a:off x="0" y="6389513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2525-98F9-924C-B8E5-083B38E28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388"/>
            <a:ext cx="5562600" cy="3923407"/>
          </a:xfrm>
        </p:spPr>
        <p:txBody>
          <a:bodyPr/>
          <a:lstStyle>
            <a:lvl1pPr marL="171450" indent="-171450">
              <a:buSzPct val="95000"/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2EEDE3-0B18-E049-BE23-974E50C7297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51961" y="1"/>
            <a:ext cx="5636743" cy="6383774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CFD86F-631F-DB40-8919-BA8E20BF8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058" y="365127"/>
            <a:ext cx="5636743" cy="13318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458B34-F735-D249-820C-C797A1F1FED6}"/>
              </a:ext>
            </a:extLst>
          </p:cNvPr>
          <p:cNvCxnSpPr>
            <a:cxnSpLocks/>
          </p:cNvCxnSpPr>
          <p:nvPr/>
        </p:nvCxnSpPr>
        <p:spPr>
          <a:xfrm>
            <a:off x="838201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01F0FA0-1F46-E043-AE59-E85747041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5965" y="6441194"/>
            <a:ext cx="8368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DB5E60-3D00-2445-93A3-D52213C51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6228592"/>
            <a:ext cx="1782868" cy="6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7010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Slide - 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8D99024-F68B-C04C-A2AC-E78D62D8E79D}"/>
              </a:ext>
            </a:extLst>
          </p:cNvPr>
          <p:cNvSpPr/>
          <p:nvPr/>
        </p:nvSpPr>
        <p:spPr>
          <a:xfrm>
            <a:off x="0" y="6389513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5CE386-BEFE-FE49-A675-D93BEDF680B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93244" y="2855784"/>
            <a:ext cx="5098757" cy="353793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icon to add picture 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4FCC643-718F-7645-8F8D-0BFC94D0506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93243" y="0"/>
            <a:ext cx="2527836" cy="281768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41C31617-CC11-4C42-B6D0-164DF6AFBF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69371" y="0"/>
            <a:ext cx="2527836" cy="281768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524483D-CFE3-E34D-BB74-CEDD5417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702" y="365127"/>
            <a:ext cx="5636743" cy="13318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B28F420-DDD1-5E4A-9513-EAE252D759FE}"/>
              </a:ext>
            </a:extLst>
          </p:cNvPr>
          <p:cNvCxnSpPr>
            <a:cxnSpLocks/>
          </p:cNvCxnSpPr>
          <p:nvPr/>
        </p:nvCxnSpPr>
        <p:spPr>
          <a:xfrm>
            <a:off x="838201" y="17340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5D1D7B4-E242-C142-8F5F-F3301CC0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388"/>
            <a:ext cx="5562600" cy="3923407"/>
          </a:xfrm>
        </p:spPr>
        <p:txBody>
          <a:bodyPr/>
          <a:lstStyle>
            <a:lvl1pPr marL="171450" indent="-171450">
              <a:buSzPct val="95000"/>
              <a:buFontTx/>
              <a:buBlip>
                <a:blip r:embed="rId2"/>
              </a:buBlip>
              <a:defRPr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57E0904-C0C0-C444-8526-10F5A0BCCC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5965" y="6441194"/>
            <a:ext cx="8368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C05709-C64C-4E48-ADA0-05F2402FB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6228592"/>
            <a:ext cx="1782868" cy="6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4262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6EBBA0-2B0E-FB4D-B3E3-D6D8CFD2D304}"/>
              </a:ext>
            </a:extLst>
          </p:cNvPr>
          <p:cNvSpPr/>
          <p:nvPr/>
        </p:nvSpPr>
        <p:spPr>
          <a:xfrm>
            <a:off x="0" y="6389513"/>
            <a:ext cx="12192000" cy="4684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AAEF4-B950-814D-A811-CD17BDDF0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B5BDD8-8221-F040-8AE0-3F33C4E24CA0}"/>
              </a:ext>
            </a:extLst>
          </p:cNvPr>
          <p:cNvCxnSpPr>
            <a:cxnSpLocks/>
          </p:cNvCxnSpPr>
          <p:nvPr/>
        </p:nvCxnSpPr>
        <p:spPr>
          <a:xfrm>
            <a:off x="838201" y="1363362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DF1F65E7-1CB7-3D42-91A9-88DA4E58EB0E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739347" y="1570038"/>
            <a:ext cx="10515600" cy="4114800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5D72E00-D5A0-3949-A13A-E74226E1A0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35965" y="6441194"/>
            <a:ext cx="83680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A12B3D-5C17-A448-B655-A9DD7C2E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6228592"/>
            <a:ext cx="1782868" cy="63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2108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C533B8E-DBF3-664D-901D-8735DE775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199" y="3367174"/>
            <a:ext cx="9144000" cy="1843238"/>
          </a:xfrm>
        </p:spPr>
        <p:txBody>
          <a:bodyPr anchor="t" anchorCtr="0">
            <a:normAutofit/>
          </a:bodyPr>
          <a:lstStyle>
            <a:lvl1pPr algn="l">
              <a:defRPr sz="4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Closing Slide Header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D36833F-B2C7-1C49-9947-A60C1ACB0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50556" y="2463766"/>
            <a:ext cx="8684173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Tippie College of Business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7216A4-2452-1B4B-AE0D-122E7F5A5965}"/>
              </a:ext>
            </a:extLst>
          </p:cNvPr>
          <p:cNvCxnSpPr>
            <a:cxnSpLocks/>
          </p:cNvCxnSpPr>
          <p:nvPr/>
        </p:nvCxnSpPr>
        <p:spPr>
          <a:xfrm>
            <a:off x="974127" y="3029213"/>
            <a:ext cx="768531" cy="0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A153940-985B-0343-8AA0-962B6459B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312" y="0"/>
            <a:ext cx="2693773" cy="96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1030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go Only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5269D8-9185-4B4A-BBD8-98902D1A9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487" y="1875184"/>
            <a:ext cx="8287027" cy="310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500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r Divid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ptagon 8"/>
          <p:cNvSpPr/>
          <p:nvPr userDrawn="1"/>
        </p:nvSpPr>
        <p:spPr>
          <a:xfrm rot="20807991">
            <a:off x="2277002" y="1521427"/>
            <a:ext cx="4855097" cy="3641323"/>
          </a:xfrm>
          <a:prstGeom prst="heptagon">
            <a:avLst/>
          </a:prstGeom>
          <a:solidFill>
            <a:srgbClr val="FD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Heptagon 9"/>
          <p:cNvSpPr/>
          <p:nvPr userDrawn="1"/>
        </p:nvSpPr>
        <p:spPr>
          <a:xfrm rot="20807991">
            <a:off x="4968287" y="1521429"/>
            <a:ext cx="4855097" cy="3641323"/>
          </a:xfrm>
          <a:prstGeom prst="heptagon">
            <a:avLst/>
          </a:prstGeom>
          <a:solidFill>
            <a:srgbClr val="FFE900"/>
          </a:solidFill>
          <a:ln>
            <a:solidFill>
              <a:srgbClr val="FFE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2496879" y="2449108"/>
            <a:ext cx="738431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u="sng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 hasCustomPrompt="1"/>
          </p:nvPr>
        </p:nvSpPr>
        <p:spPr>
          <a:xfrm>
            <a:off x="2496879" y="3994666"/>
            <a:ext cx="7384311" cy="3859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062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r Divider Slide Opt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 4"/>
          <p:cNvSpPr/>
          <p:nvPr userDrawn="1"/>
        </p:nvSpPr>
        <p:spPr>
          <a:xfrm>
            <a:off x="2211570" y="1499192"/>
            <a:ext cx="4560185" cy="3795823"/>
          </a:xfrm>
          <a:prstGeom prst="parallelogram">
            <a:avLst/>
          </a:prstGeom>
          <a:solidFill>
            <a:srgbClr val="FD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Parallelogram 6"/>
          <p:cNvSpPr/>
          <p:nvPr userDrawn="1"/>
        </p:nvSpPr>
        <p:spPr>
          <a:xfrm>
            <a:off x="5632892" y="1499192"/>
            <a:ext cx="4560185" cy="3795823"/>
          </a:xfrm>
          <a:prstGeom prst="parallelogram">
            <a:avLst/>
          </a:prstGeom>
          <a:solidFill>
            <a:srgbClr val="FFE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3048000" y="2477386"/>
            <a:ext cx="6308651" cy="1898531"/>
          </a:xfrm>
        </p:spPr>
        <p:txBody>
          <a:bodyPr anchor="ctr" anchorCtr="0">
            <a:noAutofit/>
          </a:bodyPr>
          <a:lstStyle>
            <a:lvl1pPr algn="ctr">
              <a:defRPr sz="4000" u="sng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2035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r Divider Slide Option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evron 4"/>
          <p:cNvSpPr/>
          <p:nvPr userDrawn="1"/>
        </p:nvSpPr>
        <p:spPr>
          <a:xfrm>
            <a:off x="5174418" y="1727792"/>
            <a:ext cx="3892061" cy="3521217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6" name="Chevron 5"/>
          <p:cNvSpPr/>
          <p:nvPr userDrawn="1"/>
        </p:nvSpPr>
        <p:spPr>
          <a:xfrm>
            <a:off x="3228387" y="1727792"/>
            <a:ext cx="3892061" cy="3521217"/>
          </a:xfrm>
          <a:prstGeom prst="chevr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3048000" y="2477386"/>
            <a:ext cx="6308651" cy="1898531"/>
          </a:xfrm>
        </p:spPr>
        <p:txBody>
          <a:bodyPr anchor="ctr" anchorCtr="0">
            <a:noAutofit/>
          </a:bodyPr>
          <a:lstStyle>
            <a:lvl1pPr algn="ctr">
              <a:defRPr sz="4000" u="sng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29774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r Divider Slide Option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ptagon 4"/>
          <p:cNvSpPr/>
          <p:nvPr userDrawn="1"/>
        </p:nvSpPr>
        <p:spPr>
          <a:xfrm rot="20807991">
            <a:off x="2277002" y="1521427"/>
            <a:ext cx="4855097" cy="3641323"/>
          </a:xfrm>
          <a:prstGeom prst="heptagon">
            <a:avLst/>
          </a:prstGeom>
          <a:solidFill>
            <a:srgbClr val="FDD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Heptagon 5"/>
          <p:cNvSpPr/>
          <p:nvPr userDrawn="1"/>
        </p:nvSpPr>
        <p:spPr>
          <a:xfrm rot="20807991">
            <a:off x="4968287" y="1521429"/>
            <a:ext cx="4855097" cy="3641323"/>
          </a:xfrm>
          <a:prstGeom prst="heptagon">
            <a:avLst/>
          </a:prstGeom>
          <a:solidFill>
            <a:srgbClr val="FFE900"/>
          </a:solidFill>
          <a:ln>
            <a:solidFill>
              <a:srgbClr val="FFE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502199" y="2477386"/>
            <a:ext cx="7166341" cy="1898531"/>
          </a:xfrm>
        </p:spPr>
        <p:txBody>
          <a:bodyPr anchor="ctr" anchorCtr="0">
            <a:noAutofit/>
          </a:bodyPr>
          <a:lstStyle>
            <a:lvl1pPr algn="ctr">
              <a:defRPr sz="4000" u="sng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873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279219" y="-257381"/>
            <a:ext cx="4441655" cy="3184011"/>
          </a:xfrm>
          <a:prstGeom prst="line">
            <a:avLst/>
          </a:prstGeom>
          <a:ln w="98425">
            <a:solidFill>
              <a:srgbClr val="FFE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6889898" y="2865034"/>
            <a:ext cx="5830977" cy="4343840"/>
          </a:xfrm>
          <a:prstGeom prst="line">
            <a:avLst/>
          </a:prstGeom>
          <a:ln w="98425">
            <a:solidFill>
              <a:srgbClr val="FFE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 userDrawn="1"/>
        </p:nvCxnSpPr>
        <p:spPr>
          <a:xfrm>
            <a:off x="8279219" y="-257381"/>
            <a:ext cx="4441655" cy="3184011"/>
          </a:xfrm>
          <a:prstGeom prst="line">
            <a:avLst/>
          </a:prstGeom>
          <a:ln w="98425">
            <a:solidFill>
              <a:srgbClr val="FFE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 userDrawn="1"/>
        </p:nvCxnSpPr>
        <p:spPr>
          <a:xfrm flipH="1">
            <a:off x="6889898" y="2865034"/>
            <a:ext cx="5830977" cy="4343840"/>
          </a:xfrm>
          <a:prstGeom prst="line">
            <a:avLst/>
          </a:prstGeom>
          <a:ln w="98425">
            <a:solidFill>
              <a:srgbClr val="FFE90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964019" y="2915996"/>
            <a:ext cx="9441712" cy="1848317"/>
          </a:xfrm>
        </p:spPr>
        <p:txBody>
          <a:bodyPr anchor="t">
            <a:noAutofit/>
          </a:bodyPr>
          <a:lstStyle>
            <a:lvl1pPr algn="l">
              <a:defRPr sz="3600" u="sng">
                <a:ln>
                  <a:noFill/>
                </a:ln>
                <a:solidFill>
                  <a:schemeClr val="tx2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4015616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D47C82-65E8-6F4A-93F5-B60D5D90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961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0A12C-E82E-3F40-8F2F-F914F24F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89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ts.uiowa.edu/linkedin-learning" TargetMode="External"/><Relationship Id="rId2" Type="http://schemas.openxmlformats.org/officeDocument/2006/relationships/hyperlink" Target="https://www.youtube.com/watch?v=a9u2yZvsqHA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skills.github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kristinearens.github.io/testpage-main/" TargetMode="External"/><Relationship Id="rId2" Type="http://schemas.openxmlformats.org/officeDocument/2006/relationships/hyperlink" Target="https://github.com/kristinearens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istinearen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6 – GitHub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way to showcase your projects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Oct. 2, 2026</a:t>
            </a:r>
          </a:p>
        </p:txBody>
      </p:sp>
    </p:spTree>
    <p:extLst>
      <p:ext uri="{BB962C8B-B14F-4D97-AF65-F5344CB8AC3E}">
        <p14:creationId xmlns:p14="http://schemas.microsoft.com/office/powerpoint/2010/main" val="3844926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7E7BD-FE90-4B8B-BEDE-00C93B23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7C6F8-85C1-4044-8E8B-343B67CF2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GitHub</a:t>
            </a:r>
          </a:p>
          <a:p>
            <a:r>
              <a:rPr lang="en-US" dirty="0"/>
              <a:t>Next Week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73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Use on your resume</a:t>
            </a:r>
          </a:p>
        </p:txBody>
      </p:sp>
    </p:spTree>
    <p:extLst>
      <p:ext uri="{BB962C8B-B14F-4D97-AF65-F5344CB8AC3E}">
        <p14:creationId xmlns:p14="http://schemas.microsoft.com/office/powerpoint/2010/main" val="269824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AE19D5A-9A2E-E51F-EA69-4C88C885D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>
            <a:noAutofit/>
          </a:bodyPr>
          <a:lstStyle/>
          <a:p>
            <a:r>
              <a:rPr lang="en-US" i="0" baseline="0" dirty="0"/>
              <a:t>Key Aspects of GitHub</a:t>
            </a:r>
            <a:endParaRPr lang="en-US" dirty="0"/>
          </a:p>
        </p:txBody>
      </p:sp>
      <p:graphicFrame>
        <p:nvGraphicFramePr>
          <p:cNvPr id="6" name="Rectangle 1" descr="Table says - Version Control, Cloud Hosting, Collaboration, Organization">
            <a:extLst>
              <a:ext uri="{FF2B5EF4-FFF2-40B4-BE49-F238E27FC236}">
                <a16:creationId xmlns:a16="http://schemas.microsoft.com/office/drawing/2014/main" id="{8107FDEF-0F17-7B92-D102-3E65FD728F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656988"/>
              </p:ext>
            </p:extLst>
          </p:nvPr>
        </p:nvGraphicFramePr>
        <p:xfrm>
          <a:off x="838200" y="1591689"/>
          <a:ext cx="9408886" cy="4010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 descr="github-logo">
            <a:extLst>
              <a:ext uri="{FF2B5EF4-FFF2-40B4-BE49-F238E27FC236}">
                <a16:creationId xmlns:a16="http://schemas.microsoft.com/office/drawing/2014/main" id="{D7A137EB-062D-C351-056F-73AC60D2C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831" y="3429000"/>
            <a:ext cx="2588169" cy="2588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648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6DA2A-9478-B682-9021-064F7A19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345" y="494273"/>
            <a:ext cx="10515600" cy="869089"/>
          </a:xfrm>
        </p:spPr>
        <p:txBody>
          <a:bodyPr anchor="ctr">
            <a:normAutofit/>
          </a:bodyPr>
          <a:lstStyle/>
          <a:p>
            <a:r>
              <a:rPr lang="en-US" dirty="0"/>
              <a:t>A Great Way to Showcase Your Skills!</a:t>
            </a:r>
          </a:p>
        </p:txBody>
      </p:sp>
      <p:pic>
        <p:nvPicPr>
          <p:cNvPr id="3076" name="Picture 4" descr="20 Best Skills to Put on Your Resume (With Examples) | FlexJobs">
            <a:extLst>
              <a:ext uri="{FF2B5EF4-FFF2-40B4-BE49-F238E27FC236}">
                <a16:creationId xmlns:a16="http://schemas.microsoft.com/office/drawing/2014/main" id="{AFB818A1-E885-4A31-C413-966BFF855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7302" y="1591689"/>
            <a:ext cx="8777396" cy="4388698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720457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hlinkClick r:id="rId2"/>
              </a:rPr>
              <a:t>How to Use GitHub for Beginners</a:t>
            </a:r>
            <a:endParaRPr lang="en-US" dirty="0"/>
          </a:p>
          <a:p>
            <a:r>
              <a:rPr lang="en-US" dirty="0"/>
              <a:t>Learn more through:</a:t>
            </a:r>
          </a:p>
          <a:p>
            <a:pPr lvl="1"/>
            <a:r>
              <a:rPr lang="en-US" dirty="0">
                <a:hlinkClick r:id="rId3"/>
              </a:rPr>
              <a:t>LinkedIn Learning </a:t>
            </a:r>
            <a:r>
              <a:rPr lang="en-US" dirty="0"/>
              <a:t>– Free to U of Iowa students</a:t>
            </a:r>
          </a:p>
          <a:p>
            <a:pPr lvl="1"/>
            <a:r>
              <a:rPr lang="en-US" dirty="0">
                <a:hlinkClick r:id="rId4"/>
              </a:rPr>
              <a:t>https://skills.github.com/</a:t>
            </a:r>
            <a:r>
              <a:rPr lang="en-US" dirty="0"/>
              <a:t> - Learn how to use GitHub with short interactive activities</a:t>
            </a:r>
          </a:p>
          <a:p>
            <a:r>
              <a:rPr lang="en-US" dirty="0"/>
              <a:t>Upload source code and project samples</a:t>
            </a:r>
          </a:p>
          <a:p>
            <a:r>
              <a:rPr lang="en-US" dirty="0"/>
              <a:t>Add GitHub public link to your resume</a:t>
            </a:r>
          </a:p>
        </p:txBody>
      </p:sp>
    </p:spTree>
    <p:extLst>
      <p:ext uri="{BB962C8B-B14F-4D97-AF65-F5344CB8AC3E}">
        <p14:creationId xmlns:p14="http://schemas.microsoft.com/office/powerpoint/2010/main" val="969012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Page Samples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repository</a:t>
            </a:r>
          </a:p>
          <a:p>
            <a:pPr lvl="1"/>
            <a:r>
              <a:rPr lang="en-US" dirty="0"/>
              <a:t>Kris Arens:  </a:t>
            </a:r>
            <a:r>
              <a:rPr lang="en-US" dirty="0">
                <a:hlinkClick r:id="rId2"/>
              </a:rPr>
              <a:t>https://github.com/kristinearens</a:t>
            </a:r>
            <a:endParaRPr lang="en-US" dirty="0"/>
          </a:p>
          <a:p>
            <a:endParaRPr lang="en-US" dirty="0"/>
          </a:p>
          <a:p>
            <a:r>
              <a:rPr lang="en-US" dirty="0"/>
              <a:t>Create a Website (These are called GitHub pages)</a:t>
            </a:r>
          </a:p>
          <a:p>
            <a:pPr lvl="1"/>
            <a:r>
              <a:rPr lang="en-US" dirty="0"/>
              <a:t>Kris’ Sample:  </a:t>
            </a:r>
            <a:r>
              <a:rPr lang="en-US" dirty="0">
                <a:hlinkClick r:id="rId3"/>
              </a:rPr>
              <a:t>https://kristinearens.github.io/testpage-main/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222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on Resumes</a:t>
            </a:r>
          </a:p>
        </p:txBody>
      </p:sp>
      <p:pic>
        <p:nvPicPr>
          <p:cNvPr id="4" name="Content Placeholder 3" descr="Image of a resume showcasing project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586" y="1708995"/>
            <a:ext cx="6747145" cy="4154775"/>
          </a:xfrm>
          <a:prstGeom prst="rect">
            <a:avLst/>
          </a:prstGeom>
        </p:spPr>
      </p:pic>
      <p:sp>
        <p:nvSpPr>
          <p:cNvPr id="6" name="Curved Left Arrow 5" descr="Arrow pointing from GitHub repository to Projects listed on resume"/>
          <p:cNvSpPr/>
          <p:nvPr/>
        </p:nvSpPr>
        <p:spPr>
          <a:xfrm>
            <a:off x="6558140" y="2057399"/>
            <a:ext cx="1245140" cy="2743201"/>
          </a:xfrm>
          <a:prstGeom prst="curvedLeftArrow">
            <a:avLst>
              <a:gd name="adj1" fmla="val 17061"/>
              <a:gd name="adj2" fmla="val 50000"/>
              <a:gd name="adj3" fmla="val 25781"/>
            </a:avLst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spc="5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97731" y="1708997"/>
            <a:ext cx="262646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Showcase your work</a:t>
            </a:r>
          </a:p>
          <a:p>
            <a:r>
              <a:rPr lang="en-US" sz="2000" dirty="0"/>
              <a:t>Match repository to projects</a:t>
            </a:r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Provide: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Code examples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Presentations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93569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28C43-0DA1-6467-5F56-F46F1A06A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391" y="0"/>
            <a:ext cx="8165609" cy="64266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345" y="494273"/>
            <a:ext cx="3287046" cy="869089"/>
          </a:xfrm>
        </p:spPr>
        <p:txBody>
          <a:bodyPr>
            <a:normAutofit fontScale="90000"/>
          </a:bodyPr>
          <a:lstStyle/>
          <a:p>
            <a:r>
              <a:rPr lang="en-US" dirty="0"/>
              <a:t>Let’s Take a 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937055" y="5564378"/>
            <a:ext cx="38598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https://github.com/kristinearens</a:t>
            </a:r>
            <a:endParaRPr lang="en-US" sz="1400" dirty="0"/>
          </a:p>
        </p:txBody>
      </p:sp>
      <p:sp>
        <p:nvSpPr>
          <p:cNvPr id="7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54" y="5437610"/>
            <a:ext cx="5822211" cy="86909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4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3BC419-7C17-165C-5713-0FBE3AD6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Add a Little Flare!</a:t>
            </a:r>
          </a:p>
        </p:txBody>
      </p:sp>
      <p:pic>
        <p:nvPicPr>
          <p:cNvPr id="7" name="Content Placeholder 6" descr="Create a home page repository in GitHub">
            <a:extLst>
              <a:ext uri="{FF2B5EF4-FFF2-40B4-BE49-F238E27FC236}">
                <a16:creationId xmlns:a16="http://schemas.microsoft.com/office/drawing/2014/main" id="{E73BBC3F-D472-FF77-C208-13BC61D09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128" y="1857155"/>
            <a:ext cx="8316486" cy="3143689"/>
          </a:xfrm>
        </p:spPr>
      </p:pic>
    </p:spTree>
    <p:extLst>
      <p:ext uri="{BB962C8B-B14F-4D97-AF65-F5344CB8AC3E}">
        <p14:creationId xmlns:p14="http://schemas.microsoft.com/office/powerpoint/2010/main" val="1125956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EAF1E-0EC5-26BE-2A56-C8D1337EA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058" y="365127"/>
            <a:ext cx="5636743" cy="1331865"/>
          </a:xfrm>
        </p:spPr>
        <p:txBody>
          <a:bodyPr anchor="ctr">
            <a:normAutofit/>
          </a:bodyPr>
          <a:lstStyle/>
          <a:p>
            <a:r>
              <a:rPr lang="en-US" dirty="0"/>
              <a:t>Now Let’s Try Ourselves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6D76138-A7F8-EC9F-DD0C-9C3066333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388"/>
            <a:ext cx="4648200" cy="3923407"/>
          </a:xfrm>
        </p:spPr>
        <p:txBody>
          <a:bodyPr/>
          <a:lstStyle/>
          <a:p>
            <a:r>
              <a:rPr lang="en-US" dirty="0"/>
              <a:t>Download the GitHub Repository Setup Instructions</a:t>
            </a:r>
          </a:p>
          <a:p>
            <a:r>
              <a:rPr lang="en-US" dirty="0"/>
              <a:t>Create a Repository</a:t>
            </a:r>
          </a:p>
          <a:p>
            <a:r>
              <a:rPr lang="en-US" dirty="0"/>
              <a:t>Update the README.md file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992579-991A-7EF9-2906-704B6632F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412" y="1352260"/>
            <a:ext cx="5887272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35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Getting ready for your career!</a:t>
            </a:r>
          </a:p>
        </p:txBody>
      </p:sp>
    </p:spTree>
    <p:extLst>
      <p:ext uri="{BB962C8B-B14F-4D97-AF65-F5344CB8AC3E}">
        <p14:creationId xmlns:p14="http://schemas.microsoft.com/office/powerpoint/2010/main" val="1407991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/>
          </a:p>
          <a:p>
            <a:r>
              <a:rPr lang="en-US" sz="2800" dirty="0"/>
              <a:t>Tips for Success</a:t>
            </a:r>
          </a:p>
          <a:p>
            <a:r>
              <a:rPr lang="en-US" sz="2800" dirty="0"/>
              <a:t>Negotiating Your Offer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4" r="20524"/>
          <a:stretch/>
        </p:blipFill>
        <p:spPr/>
      </p:pic>
    </p:spTree>
    <p:extLst>
      <p:ext uri="{BB962C8B-B14F-4D97-AF65-F5344CB8AC3E}">
        <p14:creationId xmlns:p14="http://schemas.microsoft.com/office/powerpoint/2010/main" val="4125856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71D523-707C-5F04-C7E9-7ECED45BA31A}"/>
              </a:ext>
            </a:extLst>
          </p:cNvPr>
          <p:cNvSpPr txBox="1"/>
          <p:nvPr/>
        </p:nvSpPr>
        <p:spPr>
          <a:xfrm>
            <a:off x="838200" y="1962388"/>
            <a:ext cx="4418913" cy="392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indent="-171450" defTabSz="685800">
              <a:spcBef>
                <a:spcPts val="750"/>
              </a:spcBef>
              <a:buSzPct val="95000"/>
              <a:buBlip>
                <a:blip r:embed="rId2"/>
              </a:buBlip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This is a required assignment!</a:t>
            </a:r>
          </a:p>
          <a:p>
            <a:pPr marL="171450" indent="-171450" defTabSz="685800">
              <a:spcBef>
                <a:spcPts val="750"/>
              </a:spcBef>
              <a:buSzPct val="95000"/>
              <a:buBlip>
                <a:blip r:embed="rId2"/>
              </a:buBlip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defTabSz="685800">
              <a:spcBef>
                <a:spcPts val="750"/>
              </a:spcBef>
              <a:buSzPct val="95000"/>
              <a:buBlip>
                <a:blip r:embed="rId2"/>
              </a:buBlip>
            </a:pP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You must complete this assignment to pass this class.</a:t>
            </a:r>
          </a:p>
          <a:p>
            <a:pPr marL="171450" indent="-171450" defTabSz="685800">
              <a:spcBef>
                <a:spcPts val="750"/>
              </a:spcBef>
              <a:buSzPct val="95000"/>
              <a:buBlip>
                <a:blip r:embed="rId2"/>
              </a:buBlip>
            </a:pPr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0EAC53-9B85-B06C-D46D-017A98E78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113" y="1204936"/>
            <a:ext cx="6931591" cy="4886771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4058" y="365127"/>
            <a:ext cx="5636743" cy="133186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GitHub Assignment</a:t>
            </a:r>
          </a:p>
        </p:txBody>
      </p:sp>
    </p:spTree>
    <p:extLst>
      <p:ext uri="{BB962C8B-B14F-4D97-AF65-F5344CB8AC3E}">
        <p14:creationId xmlns:p14="http://schemas.microsoft.com/office/powerpoint/2010/main" val="3900375589"/>
      </p:ext>
    </p:extLst>
  </p:cSld>
  <p:clrMapOvr>
    <a:masterClrMapping/>
  </p:clrMapOvr>
</p:sld>
</file>

<file path=ppt/theme/theme1.xml><?xml version="1.0" encoding="utf-8"?>
<a:theme xmlns:a="http://schemas.openxmlformats.org/drawingml/2006/main" name="Iowa brand-ppt-template-standard-2020">
  <a:themeElements>
    <a:clrScheme name="IOWA BRAND COLORS">
      <a:dk1>
        <a:srgbClr val="000000"/>
      </a:dk1>
      <a:lt1>
        <a:srgbClr val="FFFFFF"/>
      </a:lt1>
      <a:dk2>
        <a:srgbClr val="62666A"/>
      </a:dk2>
      <a:lt2>
        <a:srgbClr val="BBBCBC"/>
      </a:lt2>
      <a:accent1>
        <a:srgbClr val="FFCD00"/>
      </a:accent1>
      <a:accent2>
        <a:srgbClr val="616669"/>
      </a:accent2>
      <a:accent3>
        <a:srgbClr val="BBBCBC"/>
      </a:accent3>
      <a:accent4>
        <a:srgbClr val="00A9E0"/>
      </a:accent4>
      <a:accent5>
        <a:srgbClr val="00AF66"/>
      </a:accent5>
      <a:accent6>
        <a:srgbClr val="FF8200"/>
      </a:accent6>
      <a:hlink>
        <a:srgbClr val="00558C"/>
      </a:hlink>
      <a:folHlink>
        <a:srgbClr val="63666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AND-PPT-Template-Standard-2020" id="{FEB5064F-1BAF-457F-BD53-220B2EFBCADC}" vid="{C9548275-2ABB-47A4-A42E-9EB91983E2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008444E58A6C4B9AE1DF9877EF45D6" ma:contentTypeVersion="12" ma:contentTypeDescription="Create a new document." ma:contentTypeScope="" ma:versionID="89f1aef7acedb04cda5a7853b7dcb953">
  <xsd:schema xmlns:xsd="http://www.w3.org/2001/XMLSchema" xmlns:xs="http://www.w3.org/2001/XMLSchema" xmlns:p="http://schemas.microsoft.com/office/2006/metadata/properties" xmlns:ns3="86087b60-7c65-4cad-84e3-71e6946adbff" xmlns:ns4="c6df6735-7358-4702-a365-c1138eed3d9a" targetNamespace="http://schemas.microsoft.com/office/2006/metadata/properties" ma:root="true" ma:fieldsID="f554572cbdaeb54acd8c8260d97346e5" ns3:_="" ns4:_="">
    <xsd:import namespace="86087b60-7c65-4cad-84e3-71e6946adbff"/>
    <xsd:import namespace="c6df6735-7358-4702-a365-c1138eed3d9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087b60-7c65-4cad-84e3-71e6946adb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df6735-7358-4702-a365-c1138eed3d9a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F1E148-EEA3-47A6-906E-AAF3D1044680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c6df6735-7358-4702-a365-c1138eed3d9a"/>
    <ds:schemaRef ds:uri="86087b60-7c65-4cad-84e3-71e6946adbff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E96957E-EDE5-4C81-9A2B-A2451BA2A3E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A62AFF1-82D7-44AF-9B99-69D37FBE42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087b60-7c65-4cad-84e3-71e6946adbff"/>
    <ds:schemaRef ds:uri="c6df6735-7358-4702-a365-c1138eed3d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1316</TotalTime>
  <Words>259</Words>
  <Application>Microsoft Office PowerPoint</Application>
  <PresentationFormat>Widescreen</PresentationFormat>
  <Paragraphs>54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Franklin Gothic Book</vt:lpstr>
      <vt:lpstr>Iowa brand-ppt-template-standard-2020</vt:lpstr>
      <vt:lpstr>Week 6 – GitHub</vt:lpstr>
      <vt:lpstr>Topics for Today</vt:lpstr>
      <vt:lpstr>GitHub</vt:lpstr>
      <vt:lpstr>Key Aspects of GitHub</vt:lpstr>
      <vt:lpstr>A Great Way to Showcase Your Skills!</vt:lpstr>
      <vt:lpstr>Getting Started</vt:lpstr>
      <vt:lpstr>GitHub Page Samples</vt:lpstr>
      <vt:lpstr>GitHub on Resumes</vt:lpstr>
      <vt:lpstr>Let’s Take a Look</vt:lpstr>
      <vt:lpstr>Let’s Add a Little Flare!</vt:lpstr>
      <vt:lpstr>Now Let’s Try Ourselves</vt:lpstr>
      <vt:lpstr>Next Week</vt:lpstr>
      <vt:lpstr>Next Week</vt:lpstr>
      <vt:lpstr>GitHub Assignment</vt:lpstr>
    </vt:vector>
  </TitlesOfParts>
  <Company>The University of Iowa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Arens, Kristine</dc:creator>
  <cp:lastModifiedBy>Arens, Kristine</cp:lastModifiedBy>
  <cp:revision>50</cp:revision>
  <dcterms:created xsi:type="dcterms:W3CDTF">2021-09-02T18:31:44Z</dcterms:created>
  <dcterms:modified xsi:type="dcterms:W3CDTF">2026-09-30T20:51:03Z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0x010100A4008444E58A6C4B9AE1DF9877EF45D6</vt:lpwstr>
  </property>
</Properties>
</file>